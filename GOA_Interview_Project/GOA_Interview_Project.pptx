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57" r:id="rId2"/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95" d="100"/>
          <a:sy n="95" d="100"/>
        </p:scale>
        <p:origin x="114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CF3BB6E-98AF-45E3-B2AB-6E82C50BA4A8}" type="datetimeFigureOut">
              <a:rPr lang="en-CA" smtClean="0"/>
              <a:t>2026-05-23</a:t>
            </a:fld>
            <a:endParaRPr lang="en-CA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CA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131C086-579A-491F-9B90-2C0E620DE6CA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532113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131C086-579A-491F-9B90-2C0E620DE6CA}" type="slidenum">
              <a:rPr lang="en-CA" smtClean="0"/>
              <a:t>2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7015112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7057EA-D433-DEA3-C96C-21B1E741DB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D066B1-047B-FFEA-72E7-3B829D7DB84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B2649-0B47-6854-FE69-624011B63C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6E51AD-0FAC-0774-73F7-946987068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D557EC-11EE-C016-1522-BA015BB48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666207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00408-FD22-1C57-C291-5DB020CE16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806D0-3841-9406-54C4-854134A053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38F312-E7DB-968A-DB0B-F0AE1655EA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998C13-6E19-B214-3C42-65165057A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E98D3F5-B933-F6C5-8BE1-5F4E8C397A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3286756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B3BDD5-1474-C7E7-335C-374B9588F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02DE78-4B58-A658-3884-494554EBF4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B36607-C32F-EED7-4429-E5018A576F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82D7AF-031C-7674-12E7-5220AFC3B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46DD63F-30F2-ED79-AD2E-CCEA1DB80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851603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A853A-0435-041B-997C-E49E0F8DA2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9CFA75-C30A-07E1-F8D9-2B582118B27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62C7E7-CA7E-A7CE-9305-EF07777A5F3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C7DF2-7050-A59D-6D06-ABAFA93EE0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1F6CB74-78ED-183A-24BE-C2BB867A33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3376920-4C13-3051-5787-F801E951A9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6377618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A084D7-9170-3579-AA85-B3FD7B0D1A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7A523A-72FD-F3A7-933F-AF285195C7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75B395A-7E6C-EC9E-FC97-8273E1C0CC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00B8491-003A-6C0B-DA12-CA1929AABF6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21B69EF-9557-BD42-C2AE-9DC2D3306F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31FF587-0A0D-8876-A428-B46D4F2C75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21DC21-3849-5BBC-39EA-7ABBFD7817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09D6185-D85C-7C4C-1E1B-3A3299E265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012083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43635-923F-A6BF-4FA0-2311F16C6A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C7BE14-9A1D-6C20-7B81-D665FA11F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2AFDD-4EFC-B67B-49EE-04FA727CB5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F5CCBBE-18B2-1450-5C9C-F7257609F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11898733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EBD3E5-131D-860A-74CD-65A908E43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68A225-EC62-B32D-F44D-0C9817059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8CD9646-C670-06E0-7528-115128167F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668185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7EBC8C-DDA4-9FB7-DFC4-95939DFC7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06EE96-3729-AE7C-A297-5D92565998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A0D133-3A37-591D-561C-CAF8C669F4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89D585-9157-E3D3-B630-E15ECACB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6FCC7F-F8CB-C692-C547-FC5CFEF604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201805-E075-0E38-BEB6-AA63B7080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451372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2A6E0-20BE-714C-A79F-BF43DD3617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97C75F-0DDA-0391-0C66-4FC0780FD5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A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416CAEB-1A4D-0F0E-AADB-C072A373893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003594E-36CD-612D-1965-4B685A14A6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3FD15E-16C7-202E-A639-4BE0BC6C82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69C119-D58C-9224-E51F-2586F2C15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1091907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E065A2-6038-498B-388F-93C37CFF52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4D6D446-626C-66FF-8447-91DEECA4B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7CFCC3B-297F-91A7-8926-F382734BF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DC5DF9-CED7-3D2A-D3C7-9FAA5F770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3DED1F-576E-8405-E1A0-3D5FE4DDE0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590679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715DC07-0244-D66D-1E8B-4F053D5D020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3E51562-7766-5A98-74B1-4837316F20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F09DE82-CA1E-F83D-A614-1141007E54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CC06DA9-B9D9-62CE-BDA0-545EFF7AE0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05C3BB-E188-460E-6D86-ABC74E825A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11683447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8794F7-A214-EC12-3EEB-7B0526DC92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A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CC6E5-B6C5-13C2-4A1A-93AD95866D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A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348840-F94B-D08A-2141-828FE7F545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91B83F-6091-4324-9765-E67C2EDEC19A}" type="datetimeFigureOut">
              <a:rPr lang="en-CA" smtClean="0"/>
              <a:t>2026-05-22</a:t>
            </a:fld>
            <a:endParaRPr lang="en-CA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B5805F-9353-B551-0A8E-EC5A921253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A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66D22-8614-3819-05CD-F028D3B88E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C29F6A-98CC-4B75-9E09-56F703CAE89C}" type="slidenum">
              <a:rPr lang="en-CA" smtClean="0"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4056798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sv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Arrow: Right 43">
            <a:extLst>
              <a:ext uri="{FF2B5EF4-FFF2-40B4-BE49-F238E27FC236}">
                <a16:creationId xmlns:a16="http://schemas.microsoft.com/office/drawing/2014/main" id="{C46FA5E4-3DD4-8F5E-EADC-4E60B554E6F6}"/>
              </a:ext>
            </a:extLst>
          </p:cNvPr>
          <p:cNvSpPr/>
          <p:nvPr/>
        </p:nvSpPr>
        <p:spPr>
          <a:xfrm>
            <a:off x="2600630" y="5034114"/>
            <a:ext cx="6600873" cy="501445"/>
          </a:xfrm>
          <a:prstGeom prst="rightArrow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E7DA175B-3232-A937-4B63-FA04BC599A92}"/>
              </a:ext>
            </a:extLst>
          </p:cNvPr>
          <p:cNvGrpSpPr/>
          <p:nvPr/>
        </p:nvGrpSpPr>
        <p:grpSpPr>
          <a:xfrm>
            <a:off x="314632" y="1765092"/>
            <a:ext cx="2067230" cy="3591917"/>
            <a:chOff x="314632" y="1765092"/>
            <a:chExt cx="2067230" cy="3591917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40F22A34-C3F4-B506-BBE5-DD9180E49019}"/>
                </a:ext>
              </a:extLst>
            </p:cNvPr>
            <p:cNvSpPr/>
            <p:nvPr/>
          </p:nvSpPr>
          <p:spPr>
            <a:xfrm>
              <a:off x="314632" y="1765092"/>
              <a:ext cx="2057397" cy="3591917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6" name="Graphic 5" descr="Database with solid fill">
              <a:extLst>
                <a:ext uri="{FF2B5EF4-FFF2-40B4-BE49-F238E27FC236}">
                  <a16:creationId xmlns:a16="http://schemas.microsoft.com/office/drawing/2014/main" id="{69D36298-0BC8-048D-A2B6-3B9959A57B6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99541" y="2522776"/>
              <a:ext cx="914400" cy="914400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8EA1E73A-F4F3-E1F0-3D01-28F75DBFDB59}"/>
                </a:ext>
              </a:extLst>
            </p:cNvPr>
            <p:cNvSpPr txBox="1"/>
            <p:nvPr/>
          </p:nvSpPr>
          <p:spPr>
            <a:xfrm>
              <a:off x="324466" y="1775955"/>
              <a:ext cx="2057396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Data</a:t>
              </a:r>
            </a:p>
            <a:p>
              <a:pPr algn="ctr"/>
              <a:r>
                <a:rPr lang="en-US" dirty="0"/>
                <a:t>Source</a:t>
              </a:r>
              <a:endParaRPr lang="en-CA" dirty="0"/>
            </a:p>
          </p:txBody>
        </p:sp>
        <p:pic>
          <p:nvPicPr>
            <p:cNvPr id="10" name="Graphic 9" descr="Database with solid fill">
              <a:extLst>
                <a:ext uri="{FF2B5EF4-FFF2-40B4-BE49-F238E27FC236}">
                  <a16:creationId xmlns:a16="http://schemas.microsoft.com/office/drawing/2014/main" id="{6F6BAF5F-5344-E07F-3FC3-0C69134A21F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428931" y="3106501"/>
              <a:ext cx="914400" cy="914400"/>
            </a:xfrm>
            <a:prstGeom prst="rect">
              <a:avLst/>
            </a:prstGeom>
          </p:spPr>
        </p:pic>
        <p:pic>
          <p:nvPicPr>
            <p:cNvPr id="11" name="Graphic 10" descr="Database with solid fill">
              <a:extLst>
                <a:ext uri="{FF2B5EF4-FFF2-40B4-BE49-F238E27FC236}">
                  <a16:creationId xmlns:a16="http://schemas.microsoft.com/office/drawing/2014/main" id="{88452068-D063-421C-9467-0634EDE6F5F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119033" y="3782183"/>
              <a:ext cx="914400" cy="914400"/>
            </a:xfrm>
            <a:prstGeom prst="rect">
              <a:avLst/>
            </a:prstGeom>
          </p:spPr>
        </p:pic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1C008943-54E9-C2F9-280E-A9BA24AD30C9}"/>
              </a:ext>
            </a:extLst>
          </p:cNvPr>
          <p:cNvGrpSpPr/>
          <p:nvPr/>
        </p:nvGrpSpPr>
        <p:grpSpPr>
          <a:xfrm>
            <a:off x="2600631" y="2137147"/>
            <a:ext cx="2057396" cy="2847808"/>
            <a:chOff x="3062747" y="2137147"/>
            <a:chExt cx="2278618" cy="2847808"/>
          </a:xfrm>
        </p:grpSpPr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EFE5670B-4C9A-AC1C-F534-A570B53CEDFA}"/>
                </a:ext>
              </a:extLst>
            </p:cNvPr>
            <p:cNvSpPr/>
            <p:nvPr/>
          </p:nvSpPr>
          <p:spPr>
            <a:xfrm>
              <a:off x="3065198" y="2137147"/>
              <a:ext cx="2276167" cy="2847808"/>
            </a:xfrm>
            <a:prstGeom prst="roundRect">
              <a:avLst/>
            </a:prstGeom>
            <a:solidFill>
              <a:srgbClr val="CC66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6" name="Graphic 15" descr="Database with solid fill">
              <a:extLst>
                <a:ext uri="{FF2B5EF4-FFF2-40B4-BE49-F238E27FC236}">
                  <a16:creationId xmlns:a16="http://schemas.microsoft.com/office/drawing/2014/main" id="{B95DE164-C235-88A5-772D-CE52570AC8D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3743630" y="2514600"/>
              <a:ext cx="914400" cy="914400"/>
            </a:xfrm>
            <a:prstGeom prst="rect">
              <a:avLst/>
            </a:prstGeom>
          </p:spPr>
        </p:pic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067C5E59-048D-D4FA-1A89-3818CC29EE1C}"/>
                </a:ext>
              </a:extLst>
            </p:cNvPr>
            <p:cNvSpPr txBox="1"/>
            <p:nvPr/>
          </p:nvSpPr>
          <p:spPr>
            <a:xfrm>
              <a:off x="3062747" y="3756729"/>
              <a:ext cx="22761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Raw Data</a:t>
              </a:r>
            </a:p>
            <a:p>
              <a:pPr algn="ctr"/>
              <a:r>
                <a:rPr lang="en-US" dirty="0"/>
                <a:t>Ingestion</a:t>
              </a:r>
              <a:endParaRPr lang="en-CA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D64A5BFE-07C7-A2AC-05B6-81A592E9E8C1}"/>
              </a:ext>
            </a:extLst>
          </p:cNvPr>
          <p:cNvGrpSpPr/>
          <p:nvPr/>
        </p:nvGrpSpPr>
        <p:grpSpPr>
          <a:xfrm>
            <a:off x="4874583" y="2137147"/>
            <a:ext cx="2055183" cy="2847808"/>
            <a:chOff x="5520823" y="2137147"/>
            <a:chExt cx="2276167" cy="2847808"/>
          </a:xfrm>
        </p:grpSpPr>
        <p:sp>
          <p:nvSpPr>
            <p:cNvPr id="14" name="Rectangle: Rounded Corners 13">
              <a:extLst>
                <a:ext uri="{FF2B5EF4-FFF2-40B4-BE49-F238E27FC236}">
                  <a16:creationId xmlns:a16="http://schemas.microsoft.com/office/drawing/2014/main" id="{773FCF4B-A061-1E79-6643-DA552298E185}"/>
                </a:ext>
              </a:extLst>
            </p:cNvPr>
            <p:cNvSpPr/>
            <p:nvPr/>
          </p:nvSpPr>
          <p:spPr>
            <a:xfrm>
              <a:off x="5520823" y="2137147"/>
              <a:ext cx="2276167" cy="2847808"/>
            </a:xfrm>
            <a:prstGeom prst="roundRect">
              <a:avLst/>
            </a:prstGeom>
            <a:solidFill>
              <a:schemeClr val="tx2">
                <a:lumMod val="10000"/>
                <a:lumOff val="9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18" name="Graphic 17" descr="Database with solid fill">
              <a:extLst>
                <a:ext uri="{FF2B5EF4-FFF2-40B4-BE49-F238E27FC236}">
                  <a16:creationId xmlns:a16="http://schemas.microsoft.com/office/drawing/2014/main" id="{55FE3EC1-6553-0EF8-FDC7-D7D3E17041B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6201706" y="2514600"/>
              <a:ext cx="914400" cy="914400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9BFAD7B-12D3-676E-E40E-25F36A1E29D9}"/>
                </a:ext>
              </a:extLst>
            </p:cNvPr>
            <p:cNvSpPr txBox="1"/>
            <p:nvPr/>
          </p:nvSpPr>
          <p:spPr>
            <a:xfrm>
              <a:off x="5520823" y="3756729"/>
              <a:ext cx="22761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Filtered, Cleaned, Augmented</a:t>
              </a:r>
              <a:endParaRPr lang="en-CA" dirty="0"/>
            </a:p>
          </p:txBody>
        </p:sp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AE9ADB9A-C4B1-1E74-9471-F83D993A99A2}"/>
              </a:ext>
            </a:extLst>
          </p:cNvPr>
          <p:cNvGrpSpPr/>
          <p:nvPr/>
        </p:nvGrpSpPr>
        <p:grpSpPr>
          <a:xfrm>
            <a:off x="7146322" y="2137147"/>
            <a:ext cx="2055183" cy="2847808"/>
            <a:chOff x="7969054" y="2137147"/>
            <a:chExt cx="2276168" cy="2847808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07E015A4-30D8-49D0-9349-E26D4A1D6130}"/>
                </a:ext>
              </a:extLst>
            </p:cNvPr>
            <p:cNvSpPr/>
            <p:nvPr/>
          </p:nvSpPr>
          <p:spPr>
            <a:xfrm>
              <a:off x="7969055" y="2137147"/>
              <a:ext cx="2276167" cy="2847808"/>
            </a:xfrm>
            <a:prstGeom prst="round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CA"/>
            </a:p>
          </p:txBody>
        </p:sp>
        <p:pic>
          <p:nvPicPr>
            <p:cNvPr id="20" name="Graphic 19" descr="Database with solid fill">
              <a:extLst>
                <a:ext uri="{FF2B5EF4-FFF2-40B4-BE49-F238E27FC236}">
                  <a16:creationId xmlns:a16="http://schemas.microsoft.com/office/drawing/2014/main" id="{5D811322-50AD-2CDE-ABE6-495B3E4C434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8649937" y="2514600"/>
              <a:ext cx="914400" cy="914400"/>
            </a:xfrm>
            <a:prstGeom prst="rect">
              <a:avLst/>
            </a:prstGeom>
          </p:spPr>
        </p:pic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E569BADC-A6B3-B4D8-5355-92BDD72892D7}"/>
                </a:ext>
              </a:extLst>
            </p:cNvPr>
            <p:cNvSpPr txBox="1"/>
            <p:nvPr/>
          </p:nvSpPr>
          <p:spPr>
            <a:xfrm>
              <a:off x="7969054" y="3756728"/>
              <a:ext cx="2276167" cy="646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Business-level</a:t>
              </a:r>
            </a:p>
            <a:p>
              <a:pPr algn="ctr"/>
              <a:r>
                <a:rPr lang="en-US" dirty="0"/>
                <a:t>Data</a:t>
              </a:r>
              <a:endParaRPr lang="en-CA" dirty="0"/>
            </a:p>
          </p:txBody>
        </p:sp>
      </p:grp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3C127440-036C-9CEB-1837-ED9CE1BCFC86}"/>
              </a:ext>
            </a:extLst>
          </p:cNvPr>
          <p:cNvSpPr/>
          <p:nvPr/>
        </p:nvSpPr>
        <p:spPr>
          <a:xfrm>
            <a:off x="9557815" y="1775955"/>
            <a:ext cx="2057397" cy="3581055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pic>
        <p:nvPicPr>
          <p:cNvPr id="34" name="Graphic 33" descr="Upward trend with solid fill">
            <a:extLst>
              <a:ext uri="{FF2B5EF4-FFF2-40B4-BE49-F238E27FC236}">
                <a16:creationId xmlns:a16="http://schemas.microsoft.com/office/drawing/2014/main" id="{74D0646A-3046-4130-9A19-F619D02B15D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29313" y="1865180"/>
            <a:ext cx="914400" cy="914400"/>
          </a:xfrm>
          <a:prstGeom prst="rect">
            <a:avLst/>
          </a:prstGeom>
        </p:spPr>
      </p:pic>
      <p:pic>
        <p:nvPicPr>
          <p:cNvPr id="36" name="Graphic 35" descr="Presentation with bar chart with solid fill">
            <a:extLst>
              <a:ext uri="{FF2B5EF4-FFF2-40B4-BE49-F238E27FC236}">
                <a16:creationId xmlns:a16="http://schemas.microsoft.com/office/drawing/2014/main" id="{93DBE7E6-DF84-0A84-1C65-46406A10DE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29313" y="2957056"/>
            <a:ext cx="914400" cy="914400"/>
          </a:xfrm>
          <a:prstGeom prst="rect">
            <a:avLst/>
          </a:prstGeom>
        </p:spPr>
      </p:pic>
      <p:pic>
        <p:nvPicPr>
          <p:cNvPr id="38" name="Graphic 37" descr="Stream with solid fill">
            <a:extLst>
              <a:ext uri="{FF2B5EF4-FFF2-40B4-BE49-F238E27FC236}">
                <a16:creationId xmlns:a16="http://schemas.microsoft.com/office/drawing/2014/main" id="{857C8585-CC98-534F-E7D0-AADB1AA4C7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29313" y="4228364"/>
            <a:ext cx="914400" cy="914400"/>
          </a:xfrm>
          <a:prstGeom prst="rect">
            <a:avLst/>
          </a:prstGeom>
        </p:spPr>
      </p:pic>
      <p:sp>
        <p:nvSpPr>
          <p:cNvPr id="39" name="TextBox 38">
            <a:extLst>
              <a:ext uri="{FF2B5EF4-FFF2-40B4-BE49-F238E27FC236}">
                <a16:creationId xmlns:a16="http://schemas.microsoft.com/office/drawing/2014/main" id="{1851F876-FB08-C481-51D9-76A754669480}"/>
              </a:ext>
            </a:extLst>
          </p:cNvPr>
          <p:cNvSpPr txBox="1"/>
          <p:nvPr/>
        </p:nvSpPr>
        <p:spPr>
          <a:xfrm>
            <a:off x="9589156" y="2678736"/>
            <a:ext cx="2026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Streaming Analytics</a:t>
            </a:r>
            <a:endParaRPr lang="en-CA" sz="1400" dirty="0"/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6AFED650-1AE0-D5AF-61CF-9961B2F279B3}"/>
              </a:ext>
            </a:extLst>
          </p:cNvPr>
          <p:cNvSpPr txBox="1"/>
          <p:nvPr/>
        </p:nvSpPr>
        <p:spPr>
          <a:xfrm>
            <a:off x="9589156" y="4984955"/>
            <a:ext cx="2026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Streaming Analytics</a:t>
            </a:r>
            <a:endParaRPr lang="en-CA" sz="14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4AA90EC-BF1C-96D5-E3D1-AFCF5A2C25A4}"/>
              </a:ext>
            </a:extLst>
          </p:cNvPr>
          <p:cNvSpPr txBox="1"/>
          <p:nvPr/>
        </p:nvSpPr>
        <p:spPr>
          <a:xfrm>
            <a:off x="9589156" y="3900704"/>
            <a:ext cx="20260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BI and Reporting</a:t>
            </a:r>
            <a:endParaRPr lang="en-CA" sz="1400" dirty="0"/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701599D7-677D-71A4-E6EC-B38B388AC888}"/>
              </a:ext>
            </a:extLst>
          </p:cNvPr>
          <p:cNvSpPr txBox="1"/>
          <p:nvPr/>
        </p:nvSpPr>
        <p:spPr>
          <a:xfrm>
            <a:off x="0" y="383456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b="1" dirty="0">
                <a:solidFill>
                  <a:srgbClr val="C00000"/>
                </a:solidFill>
              </a:rPr>
              <a:t>Medallion </a:t>
            </a:r>
            <a:r>
              <a:rPr lang="en-US" b="1" dirty="0">
                <a:solidFill>
                  <a:srgbClr val="C00000"/>
                </a:solidFill>
              </a:rPr>
              <a:t>Architecture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1D691B16-B4EF-6F0C-7D6E-412FAE6E48C0}"/>
              </a:ext>
            </a:extLst>
          </p:cNvPr>
          <p:cNvSpPr txBox="1"/>
          <p:nvPr/>
        </p:nvSpPr>
        <p:spPr>
          <a:xfrm>
            <a:off x="2600630" y="5105667"/>
            <a:ext cx="6600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rgbClr val="C00000"/>
                </a:solidFill>
              </a:rPr>
              <a:t>Data Quality</a:t>
            </a:r>
            <a:endParaRPr lang="en-CA" dirty="0">
              <a:solidFill>
                <a:srgbClr val="C00000"/>
              </a:solidFill>
            </a:endParaRPr>
          </a:p>
        </p:txBody>
      </p:sp>
      <p:sp>
        <p:nvSpPr>
          <p:cNvPr id="45" name="Arrow: Right 44">
            <a:extLst>
              <a:ext uri="{FF2B5EF4-FFF2-40B4-BE49-F238E27FC236}">
                <a16:creationId xmlns:a16="http://schemas.microsoft.com/office/drawing/2014/main" id="{E12A064B-778D-A457-32CB-4107BAB362D0}"/>
              </a:ext>
            </a:extLst>
          </p:cNvPr>
          <p:cNvSpPr/>
          <p:nvPr/>
        </p:nvSpPr>
        <p:spPr>
          <a:xfrm>
            <a:off x="4562168" y="3293806"/>
            <a:ext cx="437910" cy="21631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sp>
        <p:nvSpPr>
          <p:cNvPr id="46" name="Arrow: Right 45">
            <a:extLst>
              <a:ext uri="{FF2B5EF4-FFF2-40B4-BE49-F238E27FC236}">
                <a16:creationId xmlns:a16="http://schemas.microsoft.com/office/drawing/2014/main" id="{0A6086E9-DAA5-83EC-FF4D-CA648FFF89E8}"/>
              </a:ext>
            </a:extLst>
          </p:cNvPr>
          <p:cNvSpPr/>
          <p:nvPr/>
        </p:nvSpPr>
        <p:spPr>
          <a:xfrm>
            <a:off x="6833907" y="3293806"/>
            <a:ext cx="437910" cy="216310"/>
          </a:xfrm>
          <a:prstGeom prst="rightArrow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31095934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Box 23">
            <a:extLst>
              <a:ext uri="{FF2B5EF4-FFF2-40B4-BE49-F238E27FC236}">
                <a16:creationId xmlns:a16="http://schemas.microsoft.com/office/drawing/2014/main" id="{8EF49C98-1C8F-3637-2FBD-0B2F1C12E66E}"/>
              </a:ext>
            </a:extLst>
          </p:cNvPr>
          <p:cNvSpPr txBox="1"/>
          <p:nvPr/>
        </p:nvSpPr>
        <p:spPr>
          <a:xfrm>
            <a:off x="0" y="275302"/>
            <a:ext cx="121920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C00000"/>
                </a:solidFill>
              </a:rPr>
              <a:t>GOA Interview Project</a:t>
            </a:r>
            <a:endParaRPr lang="en-CA" b="1" dirty="0">
              <a:solidFill>
                <a:srgbClr val="C00000"/>
              </a:solidFill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3709D6B-7626-0B79-618E-E3DE1CB0BDDF}"/>
              </a:ext>
            </a:extLst>
          </p:cNvPr>
          <p:cNvSpPr txBox="1"/>
          <p:nvPr/>
        </p:nvSpPr>
        <p:spPr>
          <a:xfrm>
            <a:off x="10481186" y="6360846"/>
            <a:ext cx="171081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200" dirty="0">
                <a:solidFill>
                  <a:srgbClr val="C00000"/>
                </a:solidFill>
              </a:rPr>
              <a:t>By: Nayan Soni</a:t>
            </a:r>
            <a:endParaRPr lang="en-CA" sz="1200" dirty="0">
              <a:solidFill>
                <a:srgbClr val="C00000"/>
              </a:solidFill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65852C6F-CA1C-6340-5804-45AB70FAD44D}"/>
              </a:ext>
            </a:extLst>
          </p:cNvPr>
          <p:cNvPicPr>
            <a:picLocks/>
          </p:cNvPicPr>
          <p:nvPr/>
        </p:nvPicPr>
        <p:blipFill>
          <a:blip r:embed="rId3"/>
          <a:stretch>
            <a:fillRect/>
          </a:stretch>
        </p:blipFill>
        <p:spPr>
          <a:xfrm>
            <a:off x="1" y="992349"/>
            <a:ext cx="12192000" cy="51873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7503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CB30A361-EB0C-4A3D-93B9-BE04241D111B}">
  <we:reference id="wa200000113" version="1.0.0.0" store="en-US" storeType="OMEX"/>
  <we:alternateReferences>
    <we:reference id="WA200000113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5186</TotalTime>
  <Words>31</Words>
  <Application>Microsoft Office PowerPoint</Application>
  <PresentationFormat>Widescreen</PresentationFormat>
  <Paragraphs>15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Nayan Soni</dc:creator>
  <cp:lastModifiedBy>Nayan Soni</cp:lastModifiedBy>
  <cp:revision>7</cp:revision>
  <dcterms:created xsi:type="dcterms:W3CDTF">2026-05-22T16:40:32Z</dcterms:created>
  <dcterms:modified xsi:type="dcterms:W3CDTF">2026-05-26T07:07:12Z</dcterms:modified>
</cp:coreProperties>
</file>